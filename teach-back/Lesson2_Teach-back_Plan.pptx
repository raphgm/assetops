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Teach-back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9CD69E"/>
                </a:solidFill>
              </a:defRPr>
            </a:pPr>
            <a:r>
              <a:t>Workshop 1, Lesson 2 · Permissions &amp;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DE3E5"/>
                </a:solidFill>
              </a:defRPr>
            </a:pPr>
            <a:r>
              <a:t>10-minute excerpt · enterprise software engineers · 40-minute evaluation block</a:t>
            </a:r>
          </a:p>
          <a:p>
            <a:pPr>
              <a:spcAft>
                <a:spcPts val="600"/>
              </a:spcAft>
              <a:defRPr sz="1600" b="0">
                <a:solidFill>
                  <a:srgbClr val="DDE3E5"/>
                </a:solidFill>
              </a:defRPr>
            </a:pPr>
            <a:r>
              <a:t>Presenter prep only. The live session uses the supplied deck as 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Goal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Outcome: a learner can explain why a rule and a hook are separate layers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They can predict what deny → ask → allow does with a given command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They can name the one file to audit: .claude/settings.local.json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Excerpt covers slides 1, 3–7 and 9; slide 8 named only; slide 2 skipped (placeholder)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If interrupted: cut the slide 6 walk-through first, then the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RUN OF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0:00  Slide 1: opening frame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0:15  Slide 3: “CLAUDE.md asks. Permissions decide.”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1:30  Slide 4: deny → ask → allow; first match wins; git push --force prediction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3:30  Slide 5: three modes, two profiles (Cautious, Working)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4:45  Slide 6: read as a diff; in Working the hook is load-bearing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6:00  Slide 7: core + live demo (rm -rf, then sh -c wrapped form)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8:45  Slide 8: hands-on named only (stress settings.local.json audit)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9:00  Slide 9: Direct, Restrict, Verify. 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SLIDES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Talk track: why permissions, the three 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CLAUDE.md is advisory; the model can reason past it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Permission rules are evaluated deterministically, before execution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Check: “Is ‘never push to main’ in CLAUDE.md a control?” (No, it’s a request)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First match decides, in order deny → ask → allow; specificity doesn’t matter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No allow exceptions inside a deny: aws * in deny blocks aws s3 ls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Prediction: force-push in deny, push in ask → force-push denied, plain push asks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Bridge: allow a command broadly, intercept dangerous forms with a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SLIDES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Talk track: modes and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default = manual · acceptEdits = auto-accept edits · auto = classifier reviews each action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Present as three modes, not a ladder (auto adds a classifier)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Cautious: deny secrets + curl/wget, ask on push/commit, allow tests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Working: acceptEdits + allow Bash + PreToolUse hook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Why move: approving pytest ten times trains people to click yes without reading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Diff: rm -rf, force-push, reset --hard leave deny and move into the hook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So in Working the hook is load-bearing; missing or not executable = allowed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Talk track: hooks (the core)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Bash(rm -rf *) misses bash -c "rm -rf tmp/" and devbox run rm -rf . (prefix match)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PreToolUse hook reads tool_input.command, the whole string, via JSON stdin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“A rule matches text. A hook runs a program.”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Demo: rm -rf build/ refused → sh -c "rm -rf tmp" refused with reason text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Point out Claude reads the reason and suggests an alternative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If it doesn’t fire: chmod +x or the ${CLAUDE_PROJECT_DIR}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DEMO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Before the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Scratch repo, not a client repo; launch claude inside the project</a:t>
            </a:r>
          </a:p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Commit Working profile + .claude/hooks/block-destructive.sh; chmod +x</a:t>
            </a:r>
          </a:p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Confirm jq is installed (hook fails open without it)</a:t>
            </a:r>
          </a:p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Create build/ and tmp/ with dummy files</a:t>
            </a:r>
          </a:p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Dry-run: echo '{"tool_input":{"command":"sh -c \"rm -rf tmp\""}}' | .claude/hooks/block-destructive.sh</a:t>
            </a:r>
          </a:p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Run /permissions once to confirm mode and rules</a:t>
            </a:r>
          </a:p>
          <a:p>
            <a:pPr>
              <a:spcAft>
                <a:spcPts val="600"/>
              </a:spcAft>
              <a:defRPr sz="1500" b="0">
                <a:solidFill>
                  <a:srgbClr val="141F24"/>
                </a:solidFill>
              </a:defRPr>
            </a:pPr>
            <a:r>
              <a:t>•  Fallback: show dry run → narrate slide 7 panels; never debug live over 30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PUSHBACK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Likely panel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“Deny rm -rf and I’m safe?” No: rm -r -f, sh -c, devbox run all slip past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“Is the hook bulletproof?” No: substring check; misses find -delete, shutil.rmtree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      – Defence in depth: containers, least-privilege creds, protected branches, managed policy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“Read(.env) denied, can it cat .env?” Treat it as Read-tool only; verify on your version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“Why not bypassPermissions?” Deny still applies; bypass is for disposable VMs only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“Which settings win?” Managed policy &gt; CLI flags &gt; local &gt; project &gt;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PUSHBACK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Likely panel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Commit settings.local.json? No, gitignore it; commit .claude/settings.json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JSON deny vs exit 2? Both block; JSON gives Claude a reason to act on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Why fail open? Fail-closed blocks every command and people delete the hook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VS Code? Rules apply everywhere; extension ignores defaultMode, set it in the UI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Is auto safe? Probabilistic; use it on top of deny rules, never instead</a:t>
            </a:r>
          </a:p>
          <a:p>
            <a:pPr>
              <a:spcAft>
                <a:spcPts val="600"/>
              </a:spcAft>
              <a:defRPr sz="1600" b="0">
                <a:solidFill>
                  <a:srgbClr val="141F24"/>
                </a:solidFill>
              </a:defRPr>
            </a:pPr>
            <a:r>
              <a:t>•  Why deny curl/wget? Wildcards can’t restrict URLs; use WebFetch domain: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DECK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Handle on the day (do not fix)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Slide 2 is a placeholder: skip, introduce yourself verbally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Slide 9 speaker notes belong to another session (SLA engine): don’t read them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Slide 5 arrows imply a ladder: describe three modes instead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Slide 6 code is small: name the three differences rather than reading lines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Hands-on gap: Cautious profile has no hooks block, so sh -c test runs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      – Slide 8 blames chmod; it may be unregistered. Mention when introducing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377440" cy="347472"/>
          </a:xfrm>
          <a:prstGeom prst="rect">
            <a:avLst/>
          </a:prstGeom>
          <a:solidFill>
            <a:srgbClr val="14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FACILITATION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141F24"/>
                </a:solidFill>
              </a:defRPr>
            </a:pPr>
            <a:r>
              <a:t>Moves to show the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solidFill>
            <a:srgbClr val="E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Understanding checks on slides 3, 4 and 6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Concede the hook’s limits; redirect to defence in depth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Visible parking lot: plan mode, sandboxing, MCP permissions</a:t>
            </a:r>
          </a:p>
          <a:p>
            <a:pPr>
              <a:spcAft>
                <a:spcPts val="600"/>
              </a:spcAft>
              <a:defRPr sz="1700" b="0">
                <a:solidFill>
                  <a:srgbClr val="141F24"/>
                </a:solidFill>
              </a:defRPr>
            </a:pPr>
            <a:r>
              <a:t>•  Time checks: slide 5 at 3:30, slide 7 at 6:00; apply cuts if behind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55F63"/>
                </a:solidFill>
              </a:defRPr>
            </a:pPr>
            <a:r>
              <a:t>Teach-back prep · Workshop 1, Lesson 2 · uses the supplied deck unchanged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